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5" r:id="rId5"/>
    <p:sldId id="273" r:id="rId6"/>
    <p:sldId id="275" r:id="rId7"/>
    <p:sldId id="277" r:id="rId8"/>
    <p:sldId id="27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1684AA-3BF4-313E-6D50-9B4A1B9F2F2E}" v="56" dt="2025-12-24T07:27:26.559"/>
    <p1510:client id="{B92A89F4-8888-97CE-1676-A6F727654D63}" v="12" dt="2025-12-24T07:24:31.9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Frameworks – Final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Title</a:t>
            </a:r>
          </a:p>
          <a:p>
            <a:r>
              <a:t>Student Name / Register No</a:t>
            </a:r>
          </a:p>
          <a:p>
            <a:r>
              <a:t>Department / Institution</a:t>
            </a:r>
          </a:p>
          <a:p>
            <a:r>
              <a:t>Academic Year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 in Traditional Backend Systems</a:t>
            </a:r>
          </a:p>
          <a:p>
            <a:r>
              <a:t>Need for Structured Backend Architecture</a:t>
            </a:r>
          </a:p>
          <a:p>
            <a:r>
              <a:t>Issues Addressed by the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Layered Architecture</a:t>
            </a:r>
          </a:p>
          <a:p>
            <a:r>
              <a:t>Develop RESTful APIs</a:t>
            </a:r>
          </a:p>
          <a:p>
            <a:r>
              <a:t>Integrate Database using ORM</a:t>
            </a:r>
          </a:p>
          <a:p>
            <a:r>
              <a:t>Ensure Security and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Relationship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One-to-One Relationships</a:t>
            </a:r>
          </a:p>
          <a:p>
            <a:r>
              <a:t>One-to-Many Relationships</a:t>
            </a:r>
          </a:p>
          <a:p>
            <a:r>
              <a:t>Many-to-Many Relationships</a:t>
            </a:r>
          </a:p>
          <a:p>
            <a:r>
              <a:t>JPA Annotations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Functional implementation overview through API execution demo on Postman</a:t>
            </a:r>
            <a:endParaRPr lang="en-US"/>
          </a:p>
          <a:p>
            <a:r>
              <a:rPr lang="en-US"/>
              <a:t>Authentication Mechanism &amp; </a:t>
            </a:r>
            <a:r>
              <a:t>JWT Token Flow</a:t>
            </a:r>
            <a:endParaRPr>
              <a:ea typeface="Calibri"/>
              <a:cs typeface="Calibri"/>
            </a:endParaRPr>
          </a:p>
          <a:p>
            <a:r>
              <a:t>Secured Endpoints</a:t>
            </a:r>
            <a:endParaRPr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RBAC &amp; Logging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Outcomes Achieved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 Backend System</a:t>
            </a:r>
          </a:p>
          <a:p>
            <a:r>
              <a:t>Secure APIs</a:t>
            </a:r>
          </a:p>
          <a:p>
            <a:r>
              <a:t>Modular Architecture</a:t>
            </a:r>
          </a:p>
          <a:p>
            <a:r>
              <a:t>Improved Maintainability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Swagger / OpenAPI Integration</a:t>
            </a:r>
          </a:p>
          <a:p>
            <a:r>
              <a:t>Role-Based Access Control</a:t>
            </a:r>
          </a:p>
          <a:p>
            <a:r>
              <a:t>Caching</a:t>
            </a:r>
          </a:p>
          <a:p>
            <a:r>
              <a:t>Cloud Deployment</a:t>
            </a:r>
          </a:p>
          <a:p>
            <a:r>
              <a:t>Dockerization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Summary</a:t>
            </a:r>
          </a:p>
          <a:p>
            <a:r>
              <a:t>Learning Outcomes</a:t>
            </a:r>
          </a:p>
          <a:p>
            <a:r>
              <a:t>Final Remarks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289</Words>
  <Application>Microsoft Office PowerPoint</Application>
  <PresentationFormat>On-screen Show (4:3)</PresentationFormat>
  <Paragraphs>114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Backend Frameworks – Final Project</vt:lpstr>
      <vt:lpstr>Problem Statement</vt:lpstr>
      <vt:lpstr>Objectives</vt:lpstr>
      <vt:lpstr>Entity Relationship Mapping</vt:lpstr>
      <vt:lpstr>Implementation</vt:lpstr>
      <vt:lpstr>Outcomes Achieved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Vignesh D</cp:lastModifiedBy>
  <cp:revision>11</cp:revision>
  <dcterms:created xsi:type="dcterms:W3CDTF">2013-01-27T09:14:16Z</dcterms:created>
  <dcterms:modified xsi:type="dcterms:W3CDTF">2025-12-24T07:29:27Z</dcterms:modified>
  <cp:category/>
</cp:coreProperties>
</file>